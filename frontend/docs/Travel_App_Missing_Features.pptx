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8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D77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Travel Management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D8B4A0"/>
                </a:solidFill>
              </a:rPr>
              <a:t>Missing Features &amp; Backend Blockers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577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Prepared for Engineering Handoff  •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1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23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Current Implementation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371600" cy="566928"/>
          </a:xfrm>
          <a:prstGeom prst="rect">
            <a:avLst/>
          </a:prstGeom>
          <a:solidFill>
            <a:srgbClr val="D77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3716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API Client + Auth JWT + RBAC Guards  [DONE]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84831"/>
            <a:ext cx="1371600" cy="566928"/>
          </a:xfrm>
          <a:prstGeom prst="rect">
            <a:avLst/>
          </a:prstGeom>
          <a:solidFill>
            <a:srgbClr val="D77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7627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17627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Traveler Flow  (catalog → detail → subscription → tracking)  [DONE]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89504"/>
            <a:ext cx="1371600" cy="566928"/>
          </a:xfrm>
          <a:prstGeom prst="rect">
            <a:avLst/>
          </a:prstGeom>
          <a:solidFill>
            <a:srgbClr val="D77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98094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98094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Manager Flow  (CRUD travels + subscribers)  [DONE]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94176"/>
            <a:ext cx="1371600" cy="566928"/>
          </a:xfrm>
          <a:prstGeom prst="rect">
            <a:avLst/>
          </a:prstGeom>
          <a:solidFill>
            <a:srgbClr val="D77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785615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785615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Admin Flow  (users + notifications + payments)  [DONE]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498848"/>
            <a:ext cx="1371600" cy="566928"/>
          </a:xfrm>
          <a:prstGeom prst="rect">
            <a:avLst/>
          </a:prstGeom>
          <a:solidFill>
            <a:srgbClr val="D77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59028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59028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Advanced Search  (Elasticsearch filters)  [DONE]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303520"/>
            <a:ext cx="1371600" cy="566928"/>
          </a:xfrm>
          <a:prstGeom prst="rect">
            <a:avLst/>
          </a:prstGeom>
          <a:solidFill>
            <a:srgbClr val="DBD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3949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53949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77A61"/>
                </a:solidFill>
              </a:rPr>
              <a:t>Backlog  (analytics, reviews, recommendations)  [TODO]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1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23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Can Be Built Now  (Endpoints Exist, No UI Yet)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64592" cy="4389120"/>
          </a:xfrm>
          <a:prstGeom prst="rect">
            <a:avLst/>
          </a:prstGeom>
          <a:solidFill>
            <a:srgbClr val="D77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23843"/>
                </a:solidFill>
              </a:rPr>
              <a:t>User Profile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64792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  •  Edit profile  →  PUT /api/v1/users/me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  •  Change password  →  POST /api/v1/users/me/change-password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41448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  •  Endpoint ready — only the UI page is missing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6265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23843"/>
                </a:solidFill>
              </a:rPr>
              <a:t>Manager — Payments per Travel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01568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  •  View all payments for a travel  →  GET /api/v1/payments/travel/{travelId}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39896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  •  Listed in manager spec but no page was built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78224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  •  Endpoint ready — only the UI page is missing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1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23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Blocked — Backend Endpoints Required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4712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BD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01168" cy="1051560"/>
          </a:xfrm>
          <a:prstGeom prst="rect">
            <a:avLst/>
          </a:prstGeom>
          <a:solidFill>
            <a:srgbClr val="D77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53312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3843"/>
                </a:solidFill>
              </a:rPr>
              <a:t>Admin Analytics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No aggregation endpoints. Needs: /api/v1/admin/dashboard or equivalent.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14600"/>
            <a:ext cx="1124712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BD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514600"/>
            <a:ext cx="201168" cy="1051560"/>
          </a:xfrm>
          <a:prstGeom prst="rect">
            <a:avLst/>
          </a:prstGeom>
          <a:solidFill>
            <a:srgbClr val="D77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87752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3843"/>
                </a:solidFill>
              </a:rPr>
              <a:t>Manager Analytics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1752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No aggregate endpoint. Needs revenue, traveler count, performance breakdown.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49039"/>
            <a:ext cx="1124712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BD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749039"/>
            <a:ext cx="201168" cy="1051560"/>
          </a:xfrm>
          <a:prstGeom prst="rect">
            <a:avLst/>
          </a:prstGeom>
          <a:solidFill>
            <a:srgbClr val="D77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822191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3843"/>
                </a:solidFill>
              </a:rPr>
              <a:t>Reviews &amp; Ratings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51959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No review service at all. Needs a full review/report microservice + REST controllers.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983480"/>
            <a:ext cx="1124712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BD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983480"/>
            <a:ext cx="201168" cy="1051560"/>
          </a:xfrm>
          <a:prstGeom prst="rect">
            <a:avLst/>
          </a:prstGeom>
          <a:solidFill>
            <a:srgbClr val="D77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056632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3843"/>
                </a:solidFill>
              </a:rPr>
              <a:t>Recommendations (Neo4j)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4864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rec-service exists but has ZERO REST controllers. Needs /api/v1/recommendations/me.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1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23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Summary 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11430000" cy="475488"/>
          </a:xfrm>
          <a:prstGeom prst="rect">
            <a:avLst/>
          </a:prstGeom>
          <a:solidFill>
            <a:srgbClr val="223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18872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13632" y="118872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Backend Endpoint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22592" y="11887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Frontend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74352" y="118872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64208"/>
            <a:ext cx="114300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75564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Profile edit + change password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13632" y="1755648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Exists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5564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Not built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74352" y="1755648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</a:rPr>
              <a:t>Build now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322576"/>
            <a:ext cx="11430000" cy="594360"/>
          </a:xfrm>
          <a:prstGeom prst="rect">
            <a:avLst/>
          </a:prstGeom>
          <a:solidFill>
            <a:srgbClr val="EF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2414016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Manager payments 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13632" y="2414016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Exists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2592" y="2414016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Not built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74352" y="2414016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</a:rPr>
              <a:t>Build now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980944"/>
            <a:ext cx="114300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3072384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Admin analytics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13632" y="3072384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Missing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3072384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Not built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74352" y="3072384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77A61"/>
                </a:solidFill>
              </a:rPr>
              <a:t>Backend needed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639312"/>
            <a:ext cx="11430000" cy="594360"/>
          </a:xfrm>
          <a:prstGeom prst="rect">
            <a:avLst/>
          </a:prstGeom>
          <a:solidFill>
            <a:srgbClr val="EF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" y="3730752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Manager analytics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13632" y="3730752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Missing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2592" y="3730752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Not built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4352" y="3730752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77A61"/>
                </a:solidFill>
              </a:rPr>
              <a:t>Backend needed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297680"/>
            <a:ext cx="114300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438912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Reviews &amp; ratings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13632" y="4389120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Missing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22592" y="438912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Not built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74352" y="4389120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77A61"/>
                </a:solidFill>
              </a:rPr>
              <a:t>Backend needed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956048"/>
            <a:ext cx="11430000" cy="594360"/>
          </a:xfrm>
          <a:prstGeom prst="rect">
            <a:avLst/>
          </a:prstGeom>
          <a:solidFill>
            <a:srgbClr val="EF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504748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Recommendations (Neo4j)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13632" y="5047488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Missing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22592" y="504748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Not built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74352" y="5047488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77A61"/>
                </a:solidFill>
              </a:rPr>
              <a:t>Backend needed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8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D77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Backend Action Items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48640" cy="1005840"/>
          </a:xfrm>
          <a:prstGeom prst="rect">
            <a:avLst/>
          </a:prstGeom>
          <a:solidFill>
            <a:srgbClr val="D77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280160"/>
            <a:ext cx="10607040" cy="1005840"/>
          </a:xfrm>
          <a:prstGeom prst="rect">
            <a:avLst/>
          </a:prstGeom>
          <a:solidFill>
            <a:srgbClr val="2E4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353312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8B4A0"/>
                </a:solidFill>
              </a:rPr>
              <a:t>Expose Admin analytics endpoint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83080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FF1F3"/>
                </a:solidFill>
              </a:rPr>
              <a:t>Aggregate revenue, top managers, monthly activity — e.g. GET /api/v1/admin/dashboard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14600"/>
            <a:ext cx="548640" cy="1005840"/>
          </a:xfrm>
          <a:prstGeom prst="rect">
            <a:avLst/>
          </a:prstGeom>
          <a:solidFill>
            <a:srgbClr val="D77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69748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514600"/>
            <a:ext cx="10607040" cy="1005840"/>
          </a:xfrm>
          <a:prstGeom prst="rect">
            <a:avLst/>
          </a:prstGeom>
          <a:solidFill>
            <a:srgbClr val="2E4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587752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8B4A0"/>
                </a:solidFill>
              </a:rPr>
              <a:t>Expose Manager analytics endpoint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17520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FF1F3"/>
                </a:solidFill>
              </a:rPr>
              <a:t>Aggregate revenue + traveler count per manager — e.g. GET /api/v1/manager/dashboard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49039"/>
            <a:ext cx="548640" cy="1005840"/>
          </a:xfrm>
          <a:prstGeom prst="rect">
            <a:avLst/>
          </a:prstGeom>
          <a:solidFill>
            <a:srgbClr val="D77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749039"/>
            <a:ext cx="10607040" cy="1005840"/>
          </a:xfrm>
          <a:prstGeom prst="rect">
            <a:avLst/>
          </a:prstGeom>
          <a:solidFill>
            <a:srgbClr val="2E4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3822191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8B4A0"/>
                </a:solidFill>
              </a:rPr>
              <a:t>Implement Review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251959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FF1F3"/>
                </a:solidFill>
              </a:rPr>
              <a:t>New microservice with controllers for POST /reviews, GET /reviews/travel/{id}, report endpoint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983480"/>
            <a:ext cx="548640" cy="1005840"/>
          </a:xfrm>
          <a:prstGeom prst="rect">
            <a:avLst/>
          </a:prstGeom>
          <a:solidFill>
            <a:srgbClr val="D77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16636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4983480"/>
            <a:ext cx="10607040" cy="1005840"/>
          </a:xfrm>
          <a:prstGeom prst="rect">
            <a:avLst/>
          </a:prstGeom>
          <a:solidFill>
            <a:srgbClr val="2E4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5056632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8B4A0"/>
                </a:solidFill>
              </a:rPr>
              <a:t>Implement Recommendation REST controllers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486400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FF1F3"/>
                </a:solidFill>
              </a:rPr>
              <a:t>rec-service already exists in architecture — add controllers for GET /api/v1/recommendations/me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